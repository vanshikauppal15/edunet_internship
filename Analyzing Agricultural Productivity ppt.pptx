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95" d="100"/>
          <a:sy n="95" d="100"/>
        </p:scale>
        <p:origin x="-206" y="-62"/>
      </p:cViewPr>
      <p:guideLst>
        <p:guide orient="horz" pos="792"/>
        <p:guide orient="horz" pos="1080"/>
        <p:guide pos="1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xmlns="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xmlns="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xmlns="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5067E9C-C7B9-4476-9708-CBB3F66FD892}"/>
              </a:ext>
            </a:extLst>
          </p:cNvPr>
          <p:cNvSpPr txBox="1"/>
          <p:nvPr/>
        </p:nvSpPr>
        <p:spPr>
          <a:xfrm>
            <a:off x="5029442" y="2995863"/>
            <a:ext cx="63622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Analyzing </a:t>
            </a: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Agriculture Productivity Across Indian States </a:t>
            </a:r>
            <a:endParaRPr lang="en-US" sz="3600" b="1" dirty="0">
              <a:solidFill>
                <a:schemeClr val="bg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xmlns="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xmlns="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xmlns="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752" y="1442720"/>
            <a:ext cx="6938928" cy="28595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Understand how to use Power BI for data visualization in the agriculture </a:t>
            </a:r>
            <a:r>
              <a:rPr lang="en-US" sz="2000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sector.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Analyze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regional productivity trends and crop-wise </a:t>
            </a:r>
            <a:r>
              <a:rPr lang="en-US" sz="2000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performance.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Draw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insights to identify low-performing regions or </a:t>
            </a:r>
            <a:r>
              <a:rPr lang="en-US" sz="2000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crops.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Demonstrate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interactive dashboards for better decision-making.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2" name="Rectangle 1"/>
          <p:cNvSpPr/>
          <p:nvPr/>
        </p:nvSpPr>
        <p:spPr>
          <a:xfrm>
            <a:off x="206628" y="1973178"/>
            <a:ext cx="11181347" cy="2514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>
              <a:lnSpc>
                <a:spcPct val="200000"/>
              </a:lnSpc>
            </a:pP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</a:rPr>
              <a:t>Power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BI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: For data modeling, dashboard creation, and visual analysis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Excel/CSV Data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: Source files for input data</a:t>
            </a:r>
          </a:p>
          <a:p>
            <a:pPr algn="ctr"/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5010" y="1491915"/>
            <a:ext cx="11301663" cy="3882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50000"/>
              </a:lnSpc>
            </a:pP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1. Data 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Import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 – Loaded agricultural dataset into Power BI.</a:t>
            </a:r>
          </a:p>
          <a:p>
            <a:pPr>
              <a:lnSpc>
                <a:spcPct val="250000"/>
              </a:lnSpc>
            </a:pP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2. Data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Modeling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 – Established relationships between tables.</a:t>
            </a:r>
          </a:p>
          <a:p>
            <a:pPr>
              <a:lnSpc>
                <a:spcPct val="250000"/>
              </a:lnSpc>
            </a:pP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3. Visualization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– Created charts for crop productivity, regional yield comparison, etc.</a:t>
            </a:r>
          </a:p>
          <a:p>
            <a:pPr>
              <a:lnSpc>
                <a:spcPct val="250000"/>
              </a:lnSpc>
            </a:pP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4. Dashboard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– Designed a report with slicers and KPIs.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76989" y="1604210"/>
            <a:ext cx="11365832" cy="2189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Farmers and policymakers lack easy access to visual insights into agricultural productivity trends across various regions and crops, which limits efficient decision-making.</a:t>
            </a:r>
            <a:endParaRPr lang="en-IN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09074" y="1454522"/>
            <a:ext cx="11438021" cy="424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255104" y="1454521"/>
            <a:ext cx="11269579" cy="3227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Developed an interactive Power BI dashboard that:</a:t>
            </a:r>
          </a:p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Visualizes region-wise and crop-wise 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productivity.</a:t>
            </a:r>
          </a:p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Highlights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top and bottom-performing 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areas.</a:t>
            </a:r>
          </a:p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Helps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 strategic planning and resource allocation.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7" t="18487" r="23684" b="14845"/>
          <a:stretch/>
        </p:blipFill>
        <p:spPr>
          <a:xfrm>
            <a:off x="770021" y="1598904"/>
            <a:ext cx="9512968" cy="44249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3032" y="1604211"/>
            <a:ext cx="11430000" cy="2226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latin typeface="Calibri" pitchFamily="34" charset="0"/>
                <a:ea typeface="Calibri" pitchFamily="34" charset="0"/>
                <a:cs typeface="Calibri" pitchFamily="34" charset="0"/>
              </a:rPr>
              <a:t>The project demonstrates the power of visualization tools like Power BI in transforming raw agricultural data into meaningful insights. It supports better planning and decision-making in the agricultural sector by identifying trends, inefficiencies, and opportunities.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4884" y="2652292"/>
            <a:ext cx="5309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Thank You</a:t>
            </a:r>
            <a:endParaRPr lang="en-IN" sz="54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305029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42</TotalTime>
  <Words>232</Words>
  <Application>Microsoft Office PowerPoint</Application>
  <PresentationFormat>Custom</PresentationFormat>
  <Paragraphs>28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RISHAV UPPAL</cp:lastModifiedBy>
  <cp:revision>6</cp:revision>
  <dcterms:created xsi:type="dcterms:W3CDTF">2024-12-31T09:40:01Z</dcterms:created>
  <dcterms:modified xsi:type="dcterms:W3CDTF">2025-05-17T19:51:34Z</dcterms:modified>
</cp:coreProperties>
</file>